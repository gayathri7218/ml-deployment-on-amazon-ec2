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72f9b83d8e26ff2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72f9b83d8e26ff2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72f9b83d8e26ff2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72f9b83d8e26ff2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72f9b83d8e26ff2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72f9b83d8e26ff2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72f9b83d8e26ff2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72f9b83d8e26ff2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72f9b83d8e26ff2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72f9b83d8e26ff2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72f9b83d8e26ff2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72f9b83d8e26ff2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72f9b83d8e26ff2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72f9b83d8e26ff2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72f9b83d8e26ff2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72f9b83d8e26ff2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72f9b83d8e26ff2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72f9b83d8e26ff2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72f9b83d8e26ff2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72f9b83d8e26ff2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72f9b83d8e26ff2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72f9b83d8e26ff2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72f9b83d8e26ff2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72f9b83d8e26ff2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72f9b83d8e26ff2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h72f9b83d8e26ff2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bb21aef35454d7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bb21aef35454d7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bb21aef35454d7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bb21aef35454d7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bb21aef35454d76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bb21aef35454d76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bb21aef35454d76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bb21aef35454d76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bb21aef35454d76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bb21aef35454d76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bb21aef35454d76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bb21aef35454d76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bb21aef35454d76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bb21aef35454d7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bb21aef35454d76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bb21aef35454d76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bb21aef35454d76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bb21aef35454d76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bb21aef35454d76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bb21aef35454d76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bb21aef35454d76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bb21aef35454d76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bb21aef35454d76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bb21aef35454d76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bb21aef35454d76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bb21aef35454d76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bb21aef35454d76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bb21aef35454d76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bb21aef35454d76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bb21aef35454d76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bb21aef35454d76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bb21aef35454d76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bb21aef35454d76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bb21aef35454d76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bb21aef35454d76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bb21aef35454d76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bb21aef35454d76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bb21aef35454d76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bb21aef35454d76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bb21aef35454d76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bb21aef35454d76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bb21aef35454d76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bb21aef35454d76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bb21aef35454d76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bb21aef35454d76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bb21aef35454d76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h294ddb5379a8c29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h294ddb5379a8c29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1407"/>
            <a:ext cx="9144001" cy="4820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6995"/>
            <a:ext cx="9143999" cy="4629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5535"/>
            <a:ext cx="9144001" cy="4672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68370"/>
            <a:ext cx="9143999" cy="4006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8788"/>
            <a:ext cx="9143999" cy="4365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3132"/>
            <a:ext cx="9143998" cy="4157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7965"/>
            <a:ext cx="9144000" cy="4367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5271"/>
            <a:ext cx="9143999" cy="429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02919"/>
            <a:ext cx="9144001" cy="4337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6392"/>
            <a:ext cx="9143999" cy="4370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1394"/>
            <a:ext cx="9144001" cy="416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1034"/>
            <a:ext cx="9144001" cy="4421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13613"/>
            <a:ext cx="9144001" cy="431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4656"/>
            <a:ext cx="9144001" cy="419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0089"/>
            <a:ext cx="9144001" cy="4103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78"/>
            <a:ext cx="9144001" cy="4163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5843"/>
            <a:ext cx="9144000" cy="4231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2050"/>
            <a:ext cx="9143999" cy="415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3992"/>
            <a:ext cx="9144001" cy="4115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" y="1433400"/>
            <a:ext cx="8596973" cy="67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2050"/>
            <a:ext cx="9143999" cy="415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96802"/>
            <a:ext cx="9143999" cy="1349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46886"/>
            <a:ext cx="9143999" cy="1249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4908"/>
            <a:ext cx="9144002" cy="4413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4435"/>
            <a:ext cx="9143999" cy="4154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03957"/>
            <a:ext cx="9143999" cy="1335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8572"/>
            <a:ext cx="9144001" cy="4366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1407"/>
            <a:ext cx="9144001" cy="4820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6995"/>
            <a:ext cx="9143999" cy="4629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2854"/>
            <a:ext cx="9144000" cy="4617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4040"/>
            <a:ext cx="9144000" cy="4395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0916"/>
            <a:ext cx="9144001" cy="4241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1046"/>
            <a:ext cx="9143999" cy="4221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6773"/>
            <a:ext cx="9143999" cy="4769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3928"/>
            <a:ext cx="9143999" cy="4755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1" name="Google Shape;30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2933"/>
            <a:ext cx="9143999" cy="3677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8" name="Google Shape;30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766" y="152400"/>
            <a:ext cx="673926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5" name="Google Shape;31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485"/>
            <a:ext cx="9143998" cy="4908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